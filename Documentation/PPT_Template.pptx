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415" r:id="rId2"/>
    <p:sldMasterId id="2147484403" r:id="rId3"/>
    <p:sldMasterId id="2147484391" r:id="rId4"/>
    <p:sldMasterId id="2147483913" r:id="rId5"/>
  </p:sldMasterIdLst>
  <p:notesMasterIdLst>
    <p:notesMasterId r:id="rId8"/>
  </p:notesMasterIdLst>
  <p:sldIdLst>
    <p:sldId id="666" r:id="rId6"/>
    <p:sldId id="705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2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2800"/>
    <a:srgbClr val="CC33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1" autoAdjust="0"/>
    <p:restoredTop sz="94660"/>
  </p:normalViewPr>
  <p:slideViewPr>
    <p:cSldViewPr>
      <p:cViewPr varScale="1">
        <p:scale>
          <a:sx n="65" d="100"/>
          <a:sy n="65" d="100"/>
        </p:scale>
        <p:origin x="540" y="48"/>
      </p:cViewPr>
      <p:guideLst>
        <p:guide orient="horz" pos="2160"/>
        <p:guide orient="horz" pos="22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580"/>
    </p:cViewPr>
  </p:sorterViewPr>
  <p:gridSpacing cx="68400" cy="684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9BD5F91-9949-47C7-B50B-53688910CF80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C02CEF6-7EFD-4AC6-8E8B-952C679996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72C1B04-4C4E-4504-9A95-7E7033F574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42CD85B-1DEA-4D4F-96CB-556A77292B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AA6679C4-AB75-4074-B5A1-8AA3303823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A023E3-2D95-4CCE-8B8C-9C01BEE1CA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8C6D5E0-9232-48BD-BF5B-8FF1C0F2FD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D18F0A8-6405-4F67-913F-1EF3B6576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E4194FE-AD55-4A9F-9872-164246F64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9B76032-E0D2-4706-B861-46A161B314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2C9E0CB-6069-475D-A72D-73DC73A26C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02BB1D9-2B5B-4691-B0AA-D59A62A25C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700665E-C754-4023-B9F0-37DED1FC10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GMCET_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743" y="0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3EEEC-FAA9-4B95-B298-54A4BAC5D526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9B6BD-7CAB-4551-8178-C8785548D5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C70D2-54AA-4418-9017-4CD3C3DDCC5F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4857-D4B6-451C-BA94-14FBFA101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0C692-5545-41B2-8A7B-74687458B121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E72F-02FC-46F2-9210-0BA32A1642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BCCFC-8727-45DB-9C87-1B2D1ED77890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082A4-1BC6-4DDD-88D0-18BDBDFB10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7429F-26FE-496C-A47E-1048CF21F9DA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DA420-B580-4CF7-9408-11BA28E475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8FD72-B832-4542-AFA7-E8FF35AEA8ED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A2183-4A8C-43B1-A86D-FE49DE51FC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481CE-71F6-463A-9CE3-BB02E67E841F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14889-0BD5-49A2-8D48-224D4DB8A6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1222A-1906-4426-A9D7-ADABBE0A575C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09FFC-9FEC-4D00-86DC-26CD0ECB39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59A07-99B8-46E3-A3F7-129F384A6B0D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1D89B-D1F0-447F-A13B-7E92C10C19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D30C1-A137-4BEF-9DE8-BE141B3F4B36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35F33-39AA-4BA3-92FE-2092196C0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BE19A-F5A0-481D-9A11-E44D2BDBAB5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64284-A7BC-499F-8F89-265356CA65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B8624-5024-4064-98A7-5A768E57590E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BACF6-34EF-402F-84DE-A32BBF2656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8AC88-469A-4AC8-9D5B-9B96A023EAEB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4CAAC-81A0-42AA-8B91-896C4386E1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E88B1-821A-4041-9343-9B0916733E81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C193E-C854-4E4A-89B7-255CF9EC9F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985F7-812E-4763-AC30-C2EA10B4D4FC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874A-2867-4F8F-BDCF-FCF06877C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8AAC7-FB94-4E01-A4F7-967388BB1D6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4C7AB-64EE-4C2B-85F0-514D2B9A9D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6C50D-A6F3-46D2-BBFB-D8A3DDC4A72A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6C5BD-CE16-47AF-A02E-2953595159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70871-AFEE-4841-8308-363DAFCFC298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CE061-4849-4944-980A-AC895D099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57182-3A78-437C-B9DB-DF8473D83A38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4C46A-53C0-4AC8-A706-5D2984C6EE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07A20-EDB9-44FD-A00B-9D63F1F71CFD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0A43A-B832-4636-B487-10611F66C3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37680-4880-4D10-8DFF-F96D91147522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FADCB-843A-48E3-8C70-3D54FF4573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4CDA3-60A7-4EBE-844D-1C0B6BE3F31F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F8FB8-9548-45AC-B249-7CEACE1EDA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9281C-3B63-43DE-A984-07F22D615847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C5B20-7650-4263-84A5-DF67C5AE64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CED8F-417F-4B78-AB62-ED5FFA4C5DF8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7480B-FD3C-4D10-AFD7-38AEEA098A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12FF3-C237-42C5-B5F0-AE598CE189D5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03D3C-BDAB-48B2-B7FB-0780C6498C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01DBF-506B-47CE-92CD-BFEA3C265C3B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FDE0A-129A-4FCF-83AB-5969FF700F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28C45-C2DE-45AC-9006-EFC5B2330B43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711A8-513D-4986-B838-7F91ABD99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18380-DBB9-4492-8E04-3311C3739C62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84414-02B5-47E6-978A-A51FD85393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D7653-DF18-4894-9EFC-33A48271ECC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6E077-A5DD-4EF6-B770-58872EB25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A82E6-00FC-42BE-AFE5-582BD00E4D33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7C075-64CD-4EAA-A656-E00F4EF86B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32B09-E22D-4570-9405-BA32818087C1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47023-8438-4C19-938D-D449090660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95DA3-6DA3-4F10-8D7E-A9ED5772DC0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7DEF1-6F52-4FC8-92DF-D19D54131D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3596F-6421-4E02-842D-1318F312002A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F55A0-03AE-478F-8B7D-93E0BC91F4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52DAD-5326-49BA-9BDB-93B7D702E738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BE074-FF29-4C9D-9CD1-40745084156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1CE0F-6577-41F8-900B-53A34AC95C5A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E5364-BB9B-481C-BAEF-349CA0041A5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DA8CA-A8B8-40C0-BBC6-1606171A1758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9EADA-745D-439B-9D57-289B761E7B2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F6730-32BA-4906-99E2-F64ABCD62C6E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C82C7-7FF7-4F6D-B9B0-5F6A64294AD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BBC4-5D95-4D66-96C4-B8370F718003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E99A5-9FEF-4AED-99E9-D38177269AE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D41FF-56CE-4FCB-9E78-7E9F8CCE3096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86CD5-0C33-412E-90F7-0E8DDBF8A36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AA745-2535-4CEC-BAC4-6CE4B50353B0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866CC-9135-4A14-9D24-7711FB1921C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D36890-8428-4A60-826F-AAA0790E1440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928D8-0563-43A9-A9E6-3FA1695974D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E6CBB-BEF0-4E1E-A04E-61C96CB85A52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057C1-8D09-4C57-B08D-16DDBFB168C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AE42-1E4D-421C-B714-96A7ED960456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1BD5C-5385-47B4-AC0A-0CBE10F7BBF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0A009-3FEE-4B38-8847-95CC991A891B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1D80A-2EB8-43C2-8E1D-EFD272A4A20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57088" y="145801"/>
            <a:ext cx="7578950" cy="88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7463" y="6705600"/>
            <a:ext cx="9161463" cy="152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200" dirty="0"/>
              <a:t>MGMCET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1" y="57456"/>
            <a:ext cx="1162800" cy="11077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118" r:id="rId1"/>
    <p:sldLayoutId id="2147492119" r:id="rId2"/>
    <p:sldLayoutId id="2147492120" r:id="rId3"/>
    <p:sldLayoutId id="2147492121" r:id="rId4"/>
    <p:sldLayoutId id="2147492122" r:id="rId5"/>
    <p:sldLayoutId id="2147492123" r:id="rId6"/>
    <p:sldLayoutId id="2147492067" r:id="rId7"/>
    <p:sldLayoutId id="2147492124" r:id="rId8"/>
    <p:sldLayoutId id="2147492125" r:id="rId9"/>
    <p:sldLayoutId id="2147492126" r:id="rId10"/>
    <p:sldLayoutId id="2147492127" r:id="rId11"/>
    <p:sldLayoutId id="2147492128" r:id="rId12"/>
    <p:sldLayoutId id="2147492068" r:id="rId13"/>
    <p:sldLayoutId id="2147492069" r:id="rId14"/>
    <p:sldLayoutId id="2147492070" r:id="rId15"/>
    <p:sldLayoutId id="2147492071" r:id="rId16"/>
    <p:sldLayoutId id="2147492072" r:id="rId17"/>
    <p:sldLayoutId id="2147492073" r:id="rId18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ACFF573B-9A4E-45ED-B9B6-C00D01B43D9E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21AB882-1D2B-4A11-AA34-F321EDA5F6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74" r:id="rId1"/>
    <p:sldLayoutId id="2147492075" r:id="rId2"/>
    <p:sldLayoutId id="2147492076" r:id="rId3"/>
    <p:sldLayoutId id="2147492077" r:id="rId4"/>
    <p:sldLayoutId id="2147492078" r:id="rId5"/>
    <p:sldLayoutId id="2147492079" r:id="rId6"/>
    <p:sldLayoutId id="2147492080" r:id="rId7"/>
    <p:sldLayoutId id="2147492081" r:id="rId8"/>
    <p:sldLayoutId id="2147492082" r:id="rId9"/>
    <p:sldLayoutId id="2147492083" r:id="rId10"/>
    <p:sldLayoutId id="214749208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9CFD6038-0150-4BB0-8834-C527723A8623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9B8D93A-ABEE-4D31-819B-A110394B5E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85" r:id="rId1"/>
    <p:sldLayoutId id="2147492086" r:id="rId2"/>
    <p:sldLayoutId id="2147492087" r:id="rId3"/>
    <p:sldLayoutId id="2147492088" r:id="rId4"/>
    <p:sldLayoutId id="2147492089" r:id="rId5"/>
    <p:sldLayoutId id="2147492090" r:id="rId6"/>
    <p:sldLayoutId id="2147492091" r:id="rId7"/>
    <p:sldLayoutId id="2147492092" r:id="rId8"/>
    <p:sldLayoutId id="2147492093" r:id="rId9"/>
    <p:sldLayoutId id="2147492094" r:id="rId10"/>
    <p:sldLayoutId id="214749209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E4D57B10-DEE5-41B1-A96A-68A08065D98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EFE18E5-D216-433A-BC0A-B7319AEF4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96" r:id="rId1"/>
    <p:sldLayoutId id="2147492097" r:id="rId2"/>
    <p:sldLayoutId id="2147492098" r:id="rId3"/>
    <p:sldLayoutId id="2147492099" r:id="rId4"/>
    <p:sldLayoutId id="2147492100" r:id="rId5"/>
    <p:sldLayoutId id="2147492101" r:id="rId6"/>
    <p:sldLayoutId id="2147492102" r:id="rId7"/>
    <p:sldLayoutId id="2147492103" r:id="rId8"/>
    <p:sldLayoutId id="2147492104" r:id="rId9"/>
    <p:sldLayoutId id="2147492105" r:id="rId10"/>
    <p:sldLayoutId id="2147492106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7B22A40-76E9-4F2F-8A05-974337FFF048}" type="datetimeFigureOut">
              <a:rPr lang="en-IN"/>
              <a:pPr>
                <a:defRPr/>
              </a:pPr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2A05276-C51D-426F-8D6B-7D101200F81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107" r:id="rId1"/>
    <p:sldLayoutId id="2147492108" r:id="rId2"/>
    <p:sldLayoutId id="2147492109" r:id="rId3"/>
    <p:sldLayoutId id="2147492110" r:id="rId4"/>
    <p:sldLayoutId id="2147492111" r:id="rId5"/>
    <p:sldLayoutId id="2147492112" r:id="rId6"/>
    <p:sldLayoutId id="2147492113" r:id="rId7"/>
    <p:sldLayoutId id="2147492114" r:id="rId8"/>
    <p:sldLayoutId id="2147492115" r:id="rId9"/>
    <p:sldLayoutId id="2147492116" r:id="rId10"/>
    <p:sldLayoutId id="214749211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C3D033E1-F08F-4BAD-B998-B91064587D12}" type="slidenum">
              <a:rPr lang="en-IN" altLang="en-US" sz="1200" smtClean="0">
                <a:solidFill>
                  <a:srgbClr val="FFFFFF"/>
                </a:solidFill>
                <a:latin typeface="Franklin Gothic Book" pitchFamily="34" charset="0"/>
              </a:rPr>
              <a:pPr/>
              <a:t>1</a:t>
            </a:fld>
            <a:endParaRPr lang="en-IN" altLang="en-US" sz="1200" smtClean="0">
              <a:solidFill>
                <a:srgbClr val="FFFFFF"/>
              </a:solidFill>
              <a:latin typeface="Franklin Gothic Boo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GMCET_IT_NEW_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SIT_ETC Templet for the PPT</Template>
  <TotalTime>39300</TotalTime>
  <Words>1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Franklin Gothic Book</vt:lpstr>
      <vt:lpstr>MGMCET_IT_NEW_Logo</vt:lpstr>
      <vt:lpstr>3_Custom Design</vt:lpstr>
      <vt:lpstr>2_Custom Design</vt:lpstr>
      <vt:lpstr>1_Custom Design</vt:lpstr>
      <vt:lpstr>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DSMANTRI</dc:creator>
  <cp:lastModifiedBy>admin</cp:lastModifiedBy>
  <cp:revision>1885</cp:revision>
  <cp:lastPrinted>1601-01-01T00:00:00Z</cp:lastPrinted>
  <dcterms:created xsi:type="dcterms:W3CDTF">1601-01-01T00:00:00Z</dcterms:created>
  <dcterms:modified xsi:type="dcterms:W3CDTF">2026-03-12T10:11:37Z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